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9221" y="-191729"/>
            <a:ext cx="109797" cy="109797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60276" y="0"/>
            <a:ext cx="804042" cy="164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SUNKESULA MOHAMMED ASIF</cp:lastModifiedBy>
  <cp:revision>18</cp:revision>
  <dcterms:created xsi:type="dcterms:W3CDTF">2024-06-24T12:27:37Z</dcterms:created>
  <dcterms:modified xsi:type="dcterms:W3CDTF">2025-12-09T17:40:10Z</dcterms:modified>
</cp:coreProperties>
</file>